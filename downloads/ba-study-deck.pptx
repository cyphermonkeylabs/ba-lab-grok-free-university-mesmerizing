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Analyst Free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free study lab.</a:t>
            </a:r>
          </a:p>
          <a:p>
            <a:pPr>
              <a:defRPr sz="1800"/>
            </a:pPr>
            <a:r>
              <a:t>Fundamentals through credentials.</a:t>
            </a:r>
          </a:p>
          <a:p>
            <a:pPr>
              <a:defRPr sz="1800"/>
            </a:pPr>
            <a:r>
              <a:t>Fees are cited. Unknowns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with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Name the stakeholder.</a:t>
            </a:r>
          </a:p>
          <a:p>
            <a:pPr>
              <a:defRPr sz="1800"/>
            </a:pPr>
            <a:r>
              <a:t>Name the outcome.</a:t>
            </a:r>
          </a:p>
          <a:p>
            <a:pPr>
              <a:defRPr sz="1800"/>
            </a:pPr>
            <a:r>
              <a:t>A tool is not a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Six knowledge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Plan the analysis.</a:t>
            </a:r>
          </a:p>
          <a:p>
            <a:pPr>
              <a:defRPr sz="1800"/>
            </a:pPr>
            <a:r>
              <a:t>Elicit and confirm.</a:t>
            </a:r>
          </a:p>
          <a:p>
            <a:pPr>
              <a:defRPr sz="1800"/>
            </a:pPr>
            <a:r>
              <a:t>Trace and approve.</a:t>
            </a:r>
          </a:p>
          <a:p>
            <a:pPr>
              <a:defRPr sz="1800"/>
            </a:pPr>
            <a:r>
              <a:t>Strategy, requirements,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Make it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Story: role, capability, outcome.</a:t>
            </a:r>
          </a:p>
          <a:p>
            <a:pPr>
              <a:defRPr sz="1800"/>
            </a:pPr>
            <a:r>
              <a:t>Given, When, Then.</a:t>
            </a:r>
          </a:p>
          <a:p>
            <a:pPr>
              <a:defRPr sz="1800"/>
            </a:pPr>
            <a:r>
              <a:t>Trace to a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Pictures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BPMN for flow.</a:t>
            </a:r>
          </a:p>
          <a:p>
            <a:pPr>
              <a:defRPr sz="1800"/>
            </a:pPr>
            <a:r>
              <a:t>C4 for system context.</a:t>
            </a:r>
          </a:p>
          <a:p>
            <a:pPr>
              <a:defRPr sz="1800"/>
            </a:pPr>
            <a:r>
              <a:t>One question per drawing.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Read the fee cell.</a:t>
            </a:r>
          </a:p>
          <a:p>
            <a:pPr>
              <a:defRPr sz="1800"/>
            </a:pPr>
            <a:r>
              <a:t>Confirm on the official page.</a:t>
            </a:r>
          </a:p>
          <a:p>
            <a:pPr>
              <a:defRPr sz="1800"/>
            </a:pPr>
            <a:r>
              <a:t>This deck states no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 and a quiz live in the lab.</a:t>
            </a:r>
          </a:p>
          <a:p>
            <a:pPr>
              <a:defRPr sz="1800"/>
            </a:pPr>
            <a:r>
              <a:t>Scores stay in your browser.</a:t>
            </a:r>
          </a:p>
          <a:p>
            <a:pPr>
              <a:defRPr sz="1800"/>
            </a:pPr>
            <a:r>
              <a:t>Correct us via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