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Relationship Id="rId5" Type="http://schemas.openxmlformats.org/officeDocument/2006/relationships/hyperlink" Target="https://x.com/Cypher0x9" TargetMode="External"/><Relationship Id="rId6" Type="http://schemas.openxmlformats.org/officeDocument/2006/relationships/hyperlink" Target="https://www.linkedin.com/in/luckylakshmanucwebex" TargetMode="External"/><Relationship Id="rId7" Type="http://schemas.openxmlformats.org/officeDocument/2006/relationships/hyperlink" Target="https://huggingface.co/Cypher0x9" TargetMode="External"/><Relationship Id="rId8" Type="http://schemas.openxmlformats.org/officeDocument/2006/relationships/hyperlink" Target="https://cyphermonkeylabs.com/#contac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Analyst Free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free study lab.</a:t>
            </a:r>
          </a:p>
          <a:p>
            <a:pPr>
              <a:defRPr sz="1800"/>
            </a:pPr>
            <a:r>
              <a:t>Fundamentals through credentials.</a:t>
            </a:r>
          </a:p>
          <a:p>
            <a:pPr>
              <a:defRPr sz="1800"/>
            </a:pPr>
            <a:r>
              <a:t>Fees are cited. Unknowns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with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Name the stakeholder.</a:t>
            </a:r>
          </a:p>
          <a:p>
            <a:pPr>
              <a:defRPr sz="1800"/>
            </a:pPr>
            <a:r>
              <a:t>Name the outcome.</a:t>
            </a:r>
          </a:p>
          <a:p>
            <a:pPr>
              <a:defRPr sz="1800"/>
            </a:pPr>
            <a:r>
              <a:t>A tool is not a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Six knowledge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Plan the analysis.</a:t>
            </a:r>
          </a:p>
          <a:p>
            <a:pPr>
              <a:defRPr sz="1800"/>
            </a:pPr>
            <a:r>
              <a:t>Elicit and confirm.</a:t>
            </a:r>
          </a:p>
          <a:p>
            <a:pPr>
              <a:defRPr sz="1800"/>
            </a:pPr>
            <a:r>
              <a:t>Trace and approve.</a:t>
            </a:r>
          </a:p>
          <a:p>
            <a:pPr>
              <a:defRPr sz="1800"/>
            </a:pPr>
            <a:r>
              <a:t>Strategy, requirements,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Make it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Story: role, capability, outcome.</a:t>
            </a:r>
          </a:p>
          <a:p>
            <a:pPr>
              <a:defRPr sz="1800"/>
            </a:pPr>
            <a:r>
              <a:t>Given, When, Then.</a:t>
            </a:r>
          </a:p>
          <a:p>
            <a:pPr>
              <a:defRPr sz="1800"/>
            </a:pPr>
            <a:r>
              <a:t>Trace to a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Pictures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BPMN for flow.</a:t>
            </a:r>
          </a:p>
          <a:p>
            <a:pPr>
              <a:defRPr sz="1800"/>
            </a:pPr>
            <a:r>
              <a:t>C4 for system context.</a:t>
            </a:r>
          </a:p>
          <a:p>
            <a:pPr>
              <a:defRPr sz="1800"/>
            </a:pPr>
            <a:r>
              <a:t>One question per drawing.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Read the fee cell.</a:t>
            </a:r>
          </a:p>
          <a:p>
            <a:pPr>
              <a:defRPr sz="1800"/>
            </a:pPr>
            <a:r>
              <a:t>Confirm on the official page.</a:t>
            </a:r>
          </a:p>
          <a:p>
            <a:pPr>
              <a:defRPr sz="1800"/>
            </a:pPr>
            <a:r>
              <a:t>This deck states no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 and a quiz live in the lab.</a:t>
            </a:r>
          </a:p>
          <a:p>
            <a:pPr>
              <a:defRPr sz="1800"/>
            </a:pPr>
            <a:r>
              <a:t>Scores stay in your browser.</a:t>
            </a:r>
          </a:p>
          <a:p>
            <a:pPr>
              <a:defRPr sz="1800"/>
            </a:pPr>
            <a:r>
              <a:t>Correct us via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10" name="TextBox 9">
            <a:hlinkClick r:id="rId7"/>
          </p:cNvPr>
          <p:cNvSpPr txBox="1"/>
          <p:nvPr/>
        </p:nvSpPr>
        <p:spPr>
          <a:xfrm>
            <a:off x="109728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  <p:sp>
        <p:nvSpPr>
          <p:cNvPr id="11" name="TextBox 10">
            <a:hlinkClick r:id="rId8"/>
          </p:cNvPr>
          <p:cNvSpPr txBox="1"/>
          <p:nvPr/>
        </p:nvSpPr>
        <p:spPr>
          <a:xfrm>
            <a:off x="130759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Contact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