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CypherMonkeyLabs" TargetMode="External"/><Relationship Id="rId3" Type="http://schemas.openxmlformats.org/officeDocument/2006/relationships/hyperlink" Target="https://cyphermonkeylabs.com" TargetMode="External"/><Relationship Id="rId4" Type="http://schemas.openxmlformats.org/officeDocument/2006/relationships/hyperlink" Target="https://x.com/Cypher0x9" TargetMode="External"/><Relationship Id="rId5" Type="http://schemas.openxmlformats.org/officeDocument/2006/relationships/hyperlink" Target="https://www.linkedin.com/in/luckylakshmanucwebex" TargetMode="External"/><Relationship Id="rId6" Type="http://schemas.openxmlformats.org/officeDocument/2006/relationships/hyperlink" Target="https://huggingface.co/Cypher0x9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CypherMonkeyLabs" TargetMode="External"/><Relationship Id="rId3" Type="http://schemas.openxmlformats.org/officeDocument/2006/relationships/hyperlink" Target="https://cyphermonkeylabs.com" TargetMode="External"/><Relationship Id="rId4" Type="http://schemas.openxmlformats.org/officeDocument/2006/relationships/hyperlink" Target="https://x.com/Cypher0x9" TargetMode="External"/><Relationship Id="rId5" Type="http://schemas.openxmlformats.org/officeDocument/2006/relationships/hyperlink" Target="https://www.linkedin.com/in/luckylakshmanucwebex" TargetMode="External"/><Relationship Id="rId6" Type="http://schemas.openxmlformats.org/officeDocument/2006/relationships/hyperlink" Target="https://huggingface.co/Cypher0x9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CypherMonkeyLabs" TargetMode="External"/><Relationship Id="rId3" Type="http://schemas.openxmlformats.org/officeDocument/2006/relationships/hyperlink" Target="https://cyphermonkeylabs.com" TargetMode="External"/><Relationship Id="rId4" Type="http://schemas.openxmlformats.org/officeDocument/2006/relationships/hyperlink" Target="https://x.com/Cypher0x9" TargetMode="External"/><Relationship Id="rId5" Type="http://schemas.openxmlformats.org/officeDocument/2006/relationships/hyperlink" Target="https://www.linkedin.com/in/luckylakshmanucwebex" TargetMode="External"/><Relationship Id="rId6" Type="http://schemas.openxmlformats.org/officeDocument/2006/relationships/hyperlink" Target="https://huggingface.co/Cypher0x9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CypherMonkeyLabs" TargetMode="External"/><Relationship Id="rId3" Type="http://schemas.openxmlformats.org/officeDocument/2006/relationships/hyperlink" Target="https://cyphermonkeylabs.com" TargetMode="External"/><Relationship Id="rId4" Type="http://schemas.openxmlformats.org/officeDocument/2006/relationships/hyperlink" Target="https://x.com/Cypher0x9" TargetMode="External"/><Relationship Id="rId5" Type="http://schemas.openxmlformats.org/officeDocument/2006/relationships/hyperlink" Target="https://www.linkedin.com/in/luckylakshmanucwebex" TargetMode="External"/><Relationship Id="rId6" Type="http://schemas.openxmlformats.org/officeDocument/2006/relationships/hyperlink" Target="https://huggingface.co/Cypher0x9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CypherMonkeyLabs" TargetMode="External"/><Relationship Id="rId3" Type="http://schemas.openxmlformats.org/officeDocument/2006/relationships/hyperlink" Target="https://cyphermonkeylabs.com" TargetMode="External"/><Relationship Id="rId4" Type="http://schemas.openxmlformats.org/officeDocument/2006/relationships/hyperlink" Target="https://x.com/Cypher0x9" TargetMode="External"/><Relationship Id="rId5" Type="http://schemas.openxmlformats.org/officeDocument/2006/relationships/hyperlink" Target="https://www.linkedin.com/in/luckylakshmanucwebex" TargetMode="External"/><Relationship Id="rId6" Type="http://schemas.openxmlformats.org/officeDocument/2006/relationships/hyperlink" Target="https://huggingface.co/Cypher0x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CypherMonkeyLabs" TargetMode="External"/><Relationship Id="rId3" Type="http://schemas.openxmlformats.org/officeDocument/2006/relationships/hyperlink" Target="https://cyphermonkeylabs.com" TargetMode="External"/><Relationship Id="rId4" Type="http://schemas.openxmlformats.org/officeDocument/2006/relationships/hyperlink" Target="https://x.com/Cypher0x9" TargetMode="External"/><Relationship Id="rId5" Type="http://schemas.openxmlformats.org/officeDocument/2006/relationships/hyperlink" Target="https://www.linkedin.com/in/luckylakshmanucwebex" TargetMode="External"/><Relationship Id="rId6" Type="http://schemas.openxmlformats.org/officeDocument/2006/relationships/hyperlink" Target="https://huggingface.co/Cypher0x9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CypherMonkeyLabs" TargetMode="External"/><Relationship Id="rId3" Type="http://schemas.openxmlformats.org/officeDocument/2006/relationships/hyperlink" Target="https://cyphermonkeylabs.com" TargetMode="External"/><Relationship Id="rId4" Type="http://schemas.openxmlformats.org/officeDocument/2006/relationships/hyperlink" Target="https://x.com/Cypher0x9" TargetMode="External"/><Relationship Id="rId5" Type="http://schemas.openxmlformats.org/officeDocument/2006/relationships/hyperlink" Target="https://www.linkedin.com/in/luckylakshmanucwebex" TargetMode="External"/><Relationship Id="rId6" Type="http://schemas.openxmlformats.org/officeDocument/2006/relationships/hyperlink" Target="https://huggingface.co/Cypher0x9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Business Analyst Free University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free study lab.</a:t>
            </a:r>
          </a:p>
          <a:p>
            <a:pPr>
              <a:defRPr sz="1800"/>
            </a:pPr>
            <a:r>
              <a:t>Fundamentals through credentials.</a:t>
            </a:r>
          </a:p>
          <a:p>
            <a:pPr>
              <a:defRPr sz="1800"/>
            </a:pPr>
            <a:r>
              <a:t>Fees are cited. Unknowns stay unknown.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company, tradition, and vendor. Trademarks and sources belong to their owners. Not sold. Concerns are handled by correcting or removing content promptly vi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X</a:t>
            </a:r>
          </a:p>
        </p:txBody>
      </p:sp>
      <p:sp>
        <p:nvSpPr>
          <p:cNvPr id="8" name="TextBox 7">
            <a:hlinkClick r:id="rId5"/>
          </p:cNvPr>
          <p:cNvSpPr txBox="1"/>
          <p:nvPr/>
        </p:nvSpPr>
        <p:spPr>
          <a:xfrm>
            <a:off x="676656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LinkedIn</a:t>
            </a:r>
          </a:p>
        </p:txBody>
      </p:sp>
      <p:sp>
        <p:nvSpPr>
          <p:cNvPr id="9" name="TextBox 8">
            <a:hlinkClick r:id="rId6"/>
          </p:cNvPr>
          <p:cNvSpPr txBox="1"/>
          <p:nvPr/>
        </p:nvSpPr>
        <p:spPr>
          <a:xfrm>
            <a:off x="886968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Hugging Face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Start with the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Name the stakeholder.</a:t>
            </a:r>
          </a:p>
          <a:p>
            <a:pPr>
              <a:defRPr sz="1800"/>
            </a:pPr>
            <a:r>
              <a:t>Name the outcome.</a:t>
            </a:r>
          </a:p>
          <a:p>
            <a:pPr>
              <a:defRPr sz="1800"/>
            </a:pPr>
            <a:r>
              <a:t>A tool is not a need.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company, tradition, and vendor. Trademarks and sources belong to their owners. Not sold. Concerns are handled by correcting or removing content promptly vi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X</a:t>
            </a:r>
          </a:p>
        </p:txBody>
      </p:sp>
      <p:sp>
        <p:nvSpPr>
          <p:cNvPr id="8" name="TextBox 7">
            <a:hlinkClick r:id="rId5"/>
          </p:cNvPr>
          <p:cNvSpPr txBox="1"/>
          <p:nvPr/>
        </p:nvSpPr>
        <p:spPr>
          <a:xfrm>
            <a:off x="676656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LinkedIn</a:t>
            </a:r>
          </a:p>
        </p:txBody>
      </p:sp>
      <p:sp>
        <p:nvSpPr>
          <p:cNvPr id="9" name="TextBox 8">
            <a:hlinkClick r:id="rId6"/>
          </p:cNvPr>
          <p:cNvSpPr txBox="1"/>
          <p:nvPr/>
        </p:nvSpPr>
        <p:spPr>
          <a:xfrm>
            <a:off x="886968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Hugging Face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Six knowledge areas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Plan the analysis.</a:t>
            </a:r>
          </a:p>
          <a:p>
            <a:pPr>
              <a:defRPr sz="1800"/>
            </a:pPr>
            <a:r>
              <a:t>Elicit and confirm.</a:t>
            </a:r>
          </a:p>
          <a:p>
            <a:pPr>
              <a:defRPr sz="1800"/>
            </a:pPr>
            <a:r>
              <a:t>Trace and approve.</a:t>
            </a:r>
          </a:p>
          <a:p>
            <a:pPr>
              <a:defRPr sz="1800"/>
            </a:pPr>
            <a:r>
              <a:t>Strategy, requirements, evaluation.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company, tradition, and vendor. Trademarks and sources belong to their owners. Not sold. Concerns are handled by correcting or removing content promptly vi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X</a:t>
            </a:r>
          </a:p>
        </p:txBody>
      </p:sp>
      <p:sp>
        <p:nvSpPr>
          <p:cNvPr id="8" name="TextBox 7">
            <a:hlinkClick r:id="rId5"/>
          </p:cNvPr>
          <p:cNvSpPr txBox="1"/>
          <p:nvPr/>
        </p:nvSpPr>
        <p:spPr>
          <a:xfrm>
            <a:off x="676656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LinkedIn</a:t>
            </a:r>
          </a:p>
        </p:txBody>
      </p:sp>
      <p:sp>
        <p:nvSpPr>
          <p:cNvPr id="9" name="TextBox 8">
            <a:hlinkClick r:id="rId6"/>
          </p:cNvPr>
          <p:cNvSpPr txBox="1"/>
          <p:nvPr/>
        </p:nvSpPr>
        <p:spPr>
          <a:xfrm>
            <a:off x="886968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Hugging Face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Make it testable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Story: role, capability, outcome.</a:t>
            </a:r>
          </a:p>
          <a:p>
            <a:pPr>
              <a:defRPr sz="1800"/>
            </a:pPr>
            <a:r>
              <a:t>Given, When, Then.</a:t>
            </a:r>
          </a:p>
          <a:p>
            <a:pPr>
              <a:defRPr sz="1800"/>
            </a:pPr>
            <a:r>
              <a:t>Trace to a test.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company, tradition, and vendor. Trademarks and sources belong to their owners. Not sold. Concerns are handled by correcting or removing content promptly vi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X</a:t>
            </a:r>
          </a:p>
        </p:txBody>
      </p:sp>
      <p:sp>
        <p:nvSpPr>
          <p:cNvPr id="8" name="TextBox 7">
            <a:hlinkClick r:id="rId5"/>
          </p:cNvPr>
          <p:cNvSpPr txBox="1"/>
          <p:nvPr/>
        </p:nvSpPr>
        <p:spPr>
          <a:xfrm>
            <a:off x="676656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LinkedIn</a:t>
            </a:r>
          </a:p>
        </p:txBody>
      </p:sp>
      <p:sp>
        <p:nvSpPr>
          <p:cNvPr id="9" name="TextBox 8">
            <a:hlinkClick r:id="rId6"/>
          </p:cNvPr>
          <p:cNvSpPr txBox="1"/>
          <p:nvPr/>
        </p:nvSpPr>
        <p:spPr>
          <a:xfrm>
            <a:off x="886968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Hugging Face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Pictures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BPMN for flow.</a:t>
            </a:r>
          </a:p>
          <a:p>
            <a:pPr>
              <a:defRPr sz="1800"/>
            </a:pPr>
            <a:r>
              <a:t>C4 for system context.</a:t>
            </a:r>
          </a:p>
          <a:p>
            <a:pPr>
              <a:defRPr sz="1800"/>
            </a:pPr>
            <a:r>
              <a:t>One question per drawing.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company, tradition, and vendor. Trademarks and sources belong to their owners. Not sold. Concerns are handled by correcting or removing content promptly vi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X</a:t>
            </a:r>
          </a:p>
        </p:txBody>
      </p:sp>
      <p:sp>
        <p:nvSpPr>
          <p:cNvPr id="8" name="TextBox 7">
            <a:hlinkClick r:id="rId5"/>
          </p:cNvPr>
          <p:cNvSpPr txBox="1"/>
          <p:nvPr/>
        </p:nvSpPr>
        <p:spPr>
          <a:xfrm>
            <a:off x="676656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LinkedIn</a:t>
            </a:r>
          </a:p>
        </p:txBody>
      </p:sp>
      <p:sp>
        <p:nvSpPr>
          <p:cNvPr id="9" name="TextBox 8">
            <a:hlinkClick r:id="rId6"/>
          </p:cNvPr>
          <p:cNvSpPr txBox="1"/>
          <p:nvPr/>
        </p:nvSpPr>
        <p:spPr>
          <a:xfrm>
            <a:off x="886968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Hugging Face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Credentials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Read the fee cell.</a:t>
            </a:r>
          </a:p>
          <a:p>
            <a:pPr>
              <a:defRPr sz="1800"/>
            </a:pPr>
            <a:r>
              <a:t>Confirm on the official page.</a:t>
            </a:r>
          </a:p>
          <a:p>
            <a:pPr>
              <a:defRPr sz="1800"/>
            </a:pPr>
            <a:r>
              <a:t>This deck states no salaries.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company, tradition, and vendor. Trademarks and sources belong to their owners. Not sold. Concerns are handled by correcting or removing content promptly vi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X</a:t>
            </a:r>
          </a:p>
        </p:txBody>
      </p:sp>
      <p:sp>
        <p:nvSpPr>
          <p:cNvPr id="8" name="TextBox 7">
            <a:hlinkClick r:id="rId5"/>
          </p:cNvPr>
          <p:cNvSpPr txBox="1"/>
          <p:nvPr/>
        </p:nvSpPr>
        <p:spPr>
          <a:xfrm>
            <a:off x="676656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LinkedIn</a:t>
            </a:r>
          </a:p>
        </p:txBody>
      </p:sp>
      <p:sp>
        <p:nvSpPr>
          <p:cNvPr id="9" name="TextBox 8">
            <a:hlinkClick r:id="rId6"/>
          </p:cNvPr>
          <p:cNvSpPr txBox="1"/>
          <p:nvPr/>
        </p:nvSpPr>
        <p:spPr>
          <a:xfrm>
            <a:off x="886968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Hugging Face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Flashcards and a quiz live in the lab.</a:t>
            </a:r>
          </a:p>
          <a:p>
            <a:pPr>
              <a:defRPr sz="1800"/>
            </a:pPr>
            <a:r>
              <a:t>Scores stay in your browser.</a:t>
            </a:r>
          </a:p>
          <a:p>
            <a:pPr>
              <a:defRPr sz="1800"/>
            </a:pPr>
            <a:r>
              <a:t>Correct us via the contact 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company, tradition, and vendor. Trademarks and sources belong to their owners. Not sold. Concerns are handled by correcting or removing content promptly vi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X</a:t>
            </a:r>
          </a:p>
        </p:txBody>
      </p:sp>
      <p:sp>
        <p:nvSpPr>
          <p:cNvPr id="8" name="TextBox 7">
            <a:hlinkClick r:id="rId5"/>
          </p:cNvPr>
          <p:cNvSpPr txBox="1"/>
          <p:nvPr/>
        </p:nvSpPr>
        <p:spPr>
          <a:xfrm>
            <a:off x="676656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LinkedIn</a:t>
            </a:r>
          </a:p>
        </p:txBody>
      </p:sp>
      <p:sp>
        <p:nvSpPr>
          <p:cNvPr id="9" name="TextBox 8">
            <a:hlinkClick r:id="rId6"/>
          </p:cNvPr>
          <p:cNvSpPr txBox="1"/>
          <p:nvPr/>
        </p:nvSpPr>
        <p:spPr>
          <a:xfrm>
            <a:off x="886968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Hugging Face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