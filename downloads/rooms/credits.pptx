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Legal and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Disclaimer, copyright, privacy, and how to ask for a correction.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This room is the legal page: disclaimer, copyright, trademarks, third-party licences, privacy, accessibility, and how to ask for a correction. The notes and drawings are original. Browser speech is the platform voice. three.js is not shipped. No pre-recorded clips were made, because no open local speech engine was on the build machine.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WCAG 2.2 recommendation (standard). https://www.w3.org/TR/WCAG22/ last checked 2026-10.</a:t>
            </a:r>
          </a:p>
          <a:p>
            <a:pPr>
              <a:defRPr sz="1400"/>
            </a:pPr>
            <a:r>
              <a:t>How to Meet WCAG, quick reference (official). https://www.w3.org/WAI/WCAG22/quickref/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