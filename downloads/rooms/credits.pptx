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Legal and 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Disclaimer, copyright, privacy, and how to ask for a correction.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This room is the legal page: disclaimer, copyright, trademarks, third-party licences, privacy, accessibility, and how to ask for a correction. The notes and drawings are original. Browser speech is the platform voice. three.js is not shipped. No pre-recorded clips were made, because no open local speech engine was on the build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