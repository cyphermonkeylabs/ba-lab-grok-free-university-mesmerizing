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Product craft</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Discovery, business case, change, risk, and vendors.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Discovery restates the job before the feature. A business case lists options, including do nothing, and only the costs and benefits you can source. Change work names awareness, desire, knowledge, ability, and reinforcement, the words on the Prosci page. Vendor choice weights the criteria before the demos.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IDEO Design Thinking (official). https://designthinking.ideo.com/ last checked 2026-10.</a:t>
            </a:r>
          </a:p>
          <a:p>
            <a:pPr>
              <a:defRPr sz="1400"/>
            </a:pPr>
            <a:r>
              <a:t>Jobs to Be Done (official). https://www.christenseninstitute.org/theory/jobs-to-be-done/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Prosci ADKAR (official). https://www.prosci.com/methodology/adkar last checked 2026-10.</a:t>
            </a:r>
          </a:p>
          <a:p>
            <a:pPr>
              <a:defRPr sz="1400"/>
            </a:pPr>
            <a:r>
              <a:t>Amazon leadership principles (official). https://www.amazon.jobs/content/en/our-workplace/leadership-principles last checked 2026-10.</a:t>
            </a:r>
          </a:p>
          <a:p>
            <a:pPr>
              <a:defRPr sz="1400"/>
            </a:pPr>
            <a:r>
              <a:t>Google Design Sprint community (community). https://designsprintkit.withgoogle.com/ last checked 2026-10.</a:t>
            </a:r>
          </a:p>
          <a:p>
            <a:pPr>
              <a:defRPr sz="1400"/>
            </a:pPr>
            <a:r>
              <a:t>Google Research, user-centered metrics (official). https://research.google/pubs/measuring-the-user-experience-on-a-large-scale-user-centered-metrics-for-web-applications/ last checked 2026-10.</a:t>
            </a:r>
          </a:p>
          <a:p>
            <a:pPr>
              <a:defRPr sz="1400"/>
            </a:pPr>
            <a:r>
              <a:t>re:Work OKRs guide (official). confirm. last checked 2026-10.</a:t>
            </a:r>
          </a:p>
          <a:p>
            <a:pPr>
              <a:defRPr sz="1400"/>
            </a:pPr>
            <a:r>
              <a:t>Objectives and key results (wikipedia). https://en.wikipedia.org/wiki/OKR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