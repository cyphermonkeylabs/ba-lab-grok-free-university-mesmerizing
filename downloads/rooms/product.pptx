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Product craft</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Discovery, business case, change, risk, and vendors.</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In five minutes</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Discovery restates the job before the feature. A business case lists options, including do nothing, and only the costs and benefits you can source. Change work names awareness, desire, knowledge, ability, and reinforcement, the words on the Prosci page. Vendor choice weights the criteria before the demos.</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Export this room</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