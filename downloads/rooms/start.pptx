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one-hour path through the business analysis lab.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one-hour path is eight short stops: display, need and roles, six knowledge areas, one testable requirement, one picture, one delivery frame, one measure, then credentials and practice. Skip the long rooms until the path is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