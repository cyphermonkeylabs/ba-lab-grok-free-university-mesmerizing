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Ecosystem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Glossary, mind map, sister technologies, integrations, bridges, and future hooks.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Business analysis sits beside product ownership, project delivery, data, architecture, and change. Shared techniques still need a named decision maker. For contact centers, the mind map in this room links the person's goal to channels, the journey and the blueprint, the queue, the agent and the CRM profile, the measures, and the three migration workstreams. Sister technologies are only the ones the feature overview describes: bots, CRM profiles, workforce scheduling, screen recording, flows that call other systems, and email. Future hooks stop where the opened page stops.</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About IIBA (official). https://www.iiba.org/about-iiba/ last checked 2026-10.</a:t>
            </a:r>
          </a:p>
          <a:p>
            <a:pPr>
              <a:defRPr sz="1400"/>
            </a:pPr>
            <a:r>
              <a:t>NN/g, Journey Mapping 101 (official). https://www.nngroup.com/articles/journey-mapping-101/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Connect Customer feature overview (official). https://docs.aws.amazon.com/connect/latest/adminguide/connect-feature-overview.html last checked 2026-10.</a:t>
            </a:r>
          </a:p>
          <a:p>
            <a:pPr>
              <a:defRPr sz="1400"/>
            </a:pPr>
            <a:r>
              <a:t>Connect Customer, Set up WhatsApp Business messaging (official). https://docs.aws.amazon.com/connect/latest/adminguide/whatsapp-integration.html last checked 2026-10.</a:t>
            </a:r>
          </a:p>
          <a:p>
            <a:pPr>
              <a:defRPr sz="1400"/>
            </a:pPr>
            <a:r>
              <a:t>Connect Customer metric definitions (official). https://docs.aws.amazon.com/connect/latest/adminguide/metrics-definitions.html last checked 2026-10.</a:t>
            </a:r>
          </a:p>
          <a:p>
            <a:pPr>
              <a:defRPr sz="1400"/>
            </a:pPr>
            <a:r>
              <a:t>AWS Prescriptive Guidance, project phases and workstreams (official). https://docs.aws.amazon.com/prescriptive-guidance/latest/strategy-migration-connect/workstreams.html last checked 2026-10.</a:t>
            </a:r>
          </a:p>
          <a:p>
            <a:pPr>
              <a:defRPr sz="1400"/>
            </a:pPr>
            <a:r>
              <a:t>AWS Prescriptive Guidance, user journeys workstream (official). https://docs.aws.amazon.com/prescriptive-guidance/latest/strategy-migration-connect/user-journeys.html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