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Ecosystem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Glossary links, sister roles, and future hooks.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The same techniques show up in product ownership, project delivery, data work, and change. Shared techniques do not mean shared authority. Ask who decides the need, who decides the date, and who accepts the result. This lab uses the BABOK hub as the core public map and cites neighbors only where a page opened.</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About IIBA (official). https://www.iiba.org/about-iiba/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