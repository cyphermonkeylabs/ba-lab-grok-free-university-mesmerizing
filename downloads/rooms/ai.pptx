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for business analysts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Drafting help, review, and responsible use.</a:t>
            </a:r>
          </a:p>
          <a:p>
            <a:pPr>
              <a:defRPr sz="1800"/>
            </a:pPr>
            <a:r>
              <a:t>Business Analyst Free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 model can draft a list, a scenario, or a first drawing. A person checks every fact against a source, marks unknowns, and accepts the text before a stakeholder sees it as a requirement. The handoff from a model to a person, in a contact center or a product flow, is itself a requirement. This lab claims no tool expertise for anyone.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Export 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PDF, HTML, DOCX, PPTX, and JSON sit beside this deck.</a:t>
            </a:r>
          </a:p>
          <a:p>
            <a:pPr>
              <a:defRPr sz="1800"/>
            </a:pPr>
            <a:r>
              <a:t>Contact is the form on the lab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IIBA KnowledgeHub, including the BABOK Guide contents (standard). https://www.iiba.org/knowledgehub/ last checked 2026-10.</a:t>
            </a:r>
          </a:p>
          <a:p>
            <a:pPr>
              <a:defRPr sz="1400"/>
            </a:pPr>
            <a:r>
              <a:t>BABOK Guide article on the IIBA knowledge hub (standard). confirm. last checked 2026-10.</a:t>
            </a:r>
          </a:p>
          <a:p>
            <a:pPr>
              <a:defRPr sz="1400"/>
            </a:pPr>
            <a:r>
              <a:t>IIBA home (official). https://www.iiba.org/ last checked 2026-10.</a:t>
            </a:r>
          </a:p>
          <a:p>
            <a:pPr>
              <a:defRPr sz="1400"/>
            </a:pPr>
            <a:r>
              <a:t>Manifesto for Agile Software Development (standard). https://agilemanifesto.org/ last checked 2026-10.</a:t>
            </a:r>
          </a:p>
          <a:p>
            <a:pPr>
              <a:defRPr sz="1400"/>
            </a:pPr>
            <a:r>
              <a:t>Principles behind the Agile Manifesto (standard). https://agilemanifesto.org/principles.html last checked 2026-10.</a:t>
            </a:r>
          </a:p>
          <a:p>
            <a:pPr>
              <a:defRPr sz="1400"/>
            </a:pPr>
            <a:r>
              <a:t>OMG, about BPMN 2.0 (standard). https://www.omg.org/spec/BPMN/2.0/About-BPMN last checked 2026-10.</a:t>
            </a:r>
          </a:p>
          <a:p>
            <a:pPr>
              <a:defRPr sz="1400"/>
            </a:pPr>
            <a:r>
              <a:t>BPMN 2.0 specification PDF (standard). https://www.omg.org/spec/BPMN/2.0/PDF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OMG, about BPMN 2.0.2 (standard). https://www.omg.org/spec/BPMN/2.0.2/About-BPMN last checked 2026-10.</a:t>
            </a:r>
          </a:p>
          <a:p>
            <a:pPr>
              <a:defRPr sz="1400"/>
            </a:pPr>
            <a:r>
              <a:t>OMG, about UML 2.5.1 (standard). https://www.omg.org/spec/UML/2.5.1/About-UML last checked 2026-10.</a:t>
            </a:r>
          </a:p>
          <a:p>
            <a:pPr>
              <a:defRPr sz="1400"/>
            </a:pPr>
            <a:r>
              <a:t>UML 2.5.1 specification PDF (standard). https://www.omg.org/spec/UML/2.5.1/PDF last checked 2026-10.</a:t>
            </a:r>
          </a:p>
          <a:p>
            <a:pPr>
              <a:defRPr sz="1400"/>
            </a:pPr>
            <a:r>
              <a:t>IIBA membership (community). https://www.iiba.org/membership/ last checked 2026-10.</a:t>
            </a:r>
          </a:p>
          <a:p>
            <a:pPr>
              <a:defRPr sz="1400"/>
            </a:pPr>
            <a:r>
              <a:t>OMG managed communities (community). https://www.omg.org/communities/ last checked 2026-10.</a:t>
            </a:r>
          </a:p>
          <a:p>
            <a:pPr>
              <a:defRPr sz="1400"/>
            </a:pPr>
            <a:r>
              <a:t>NIST AI Risk Management Framework (official). https://www.nist.gov/itl/ai-risk-management-framework last checked 2026-10.</a:t>
            </a:r>
          </a:p>
          <a:p>
            <a:pPr>
              <a:defRPr sz="1400"/>
            </a:pPr>
            <a:r>
              <a:t>A model-vendor card for drafts in this lab (official). confirm.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