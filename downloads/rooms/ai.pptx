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AI for business analysts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Drafting help, review, and responsible use.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model can draft a list, a scenario, or a first drawing. A person checks every fact against a source, marks unknowns, and accepts the text before a stakeholder sees it as a requirement. The handoff from a model to a person, in a contact center or a product flow, is itself a requirement. This lab claims no tool expertise for anyone.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