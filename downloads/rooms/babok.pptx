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BABOK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study map of the BABOK Guide knowledge areas and techniques.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public contents list six knowledge areas: planning the analysis, elicitation and collaboration, life cycle management, strategy analysis, requirements analysis and design definition, and solution evaluation. Under them sits a long technique list. Learn the question each technique answers. Verification asks if a requirement is fit to use. Validation asks if it is the right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