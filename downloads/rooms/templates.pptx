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Outlines for BRD, FRD, SRS, stories, RACI, SWOT, and process maps.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Copy an outline into your own notes. Leave unknown lines blank. The files are study scaffolds, not a company's 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