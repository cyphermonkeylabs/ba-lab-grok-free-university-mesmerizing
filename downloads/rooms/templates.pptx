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Templates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Outlines for BRD, FRD, SRS, stories, RACI, SWOT, and process maps.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Copy an outline into your own notes. Leave unknown lines blank. The files are study scaffolds, not a company's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IIBA KnowledgeHub, including the BABOK Guide contents (standard). https://www.iiba.org/knowledgehub/ last checked 2026-10.</a:t>
            </a:r>
          </a:p>
          <a:p>
            <a:pPr>
              <a:defRPr sz="1400"/>
            </a:pPr>
            <a:r>
              <a:t>BABOK Guide article on the IIBA knowledge hub (standard). confirm. last checked 2026-10.</a:t>
            </a:r>
          </a:p>
          <a:p>
            <a:pPr>
              <a:defRPr sz="1400"/>
            </a:pPr>
            <a:r>
              <a:t>IIBA home (official). https://www.iiba.org/ last checked 2026-10.</a:t>
            </a:r>
          </a:p>
          <a:p>
            <a:pPr>
              <a:defRPr sz="1400"/>
            </a:pPr>
            <a:r>
              <a:t>Manifesto for Agile Software Development (standard). https://agilemanifesto.org/ last checked 2026-10.</a:t>
            </a:r>
          </a:p>
          <a:p>
            <a:pPr>
              <a:defRPr sz="1400"/>
            </a:pPr>
            <a:r>
              <a:t>Principles behind the Agile Manifesto (standard). https://agilemanifesto.org/principles.html last checked 2026-10.</a:t>
            </a:r>
          </a:p>
          <a:p>
            <a:pPr>
              <a:defRPr sz="1400"/>
            </a:pPr>
            <a:r>
              <a:t>OMG, about BPMN 2.0 (standard). https://www.omg.org/spec/BPMN/2.0/About-BPMN last checked 2026-10.</a:t>
            </a:r>
          </a:p>
          <a:p>
            <a:pPr>
              <a:defRPr sz="1400"/>
            </a:pPr>
            <a:r>
              <a:t>BPMN 2.0 specification PDF (standard). https://www.omg.org/spec/BPMN/2.0/PDF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OMG, about BPMN 2.0.2 (standard). https://www.omg.org/spec/BPMN/2.0.2/About-BPMN last checked 2026-10.</a:t>
            </a:r>
          </a:p>
          <a:p>
            <a:pPr>
              <a:defRPr sz="1400"/>
            </a:pPr>
            <a:r>
              <a:t>OMG, about UML 2.5.1 (standard). https://www.omg.org/spec/UML/2.5.1/About-UML last checked 2026-10.</a:t>
            </a:r>
          </a:p>
          <a:p>
            <a:pPr>
              <a:defRPr sz="1400"/>
            </a:pPr>
            <a:r>
              <a:t>UML 2.5.1 specification PDF (standard). https://www.omg.org/spec/UML/2.5.1/PDF last checked 2026-10.</a:t>
            </a:r>
          </a:p>
          <a:p>
            <a:pPr>
              <a:defRPr sz="1400"/>
            </a:pPr>
            <a:r>
              <a:t>IIBA membership (community). https://www.iiba.org/membership/ last checked 2026-10.</a:t>
            </a:r>
          </a:p>
          <a:p>
            <a:pPr>
              <a:defRPr sz="1400"/>
            </a:pPr>
            <a:r>
              <a:t>OMG managed communities (community). https://www.omg.org/communities/ last checked 2026-10.</a:t>
            </a:r>
          </a:p>
          <a:p>
            <a:pPr>
              <a:defRPr sz="1400"/>
            </a:pPr>
            <a:r>
              <a:t>Atlassian, user stories (official). https://www.atlassian.com/agile/project-management/user-stories last checked 2026-10.</a:t>
            </a:r>
          </a:p>
          <a:p>
            <a:pPr>
              <a:defRPr sz="1400"/>
            </a:pPr>
            <a:r>
              <a:t>Gherkin reference (official). https://cucumber.io/docs/gherkin/reference/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Sources and go deeper, continued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Gherkin (official). https://cucumber.io/docs/gherkin/ last checked 2026-10.</a:t>
            </a:r>
          </a:p>
          <a:p>
            <a:pPr>
              <a:defRPr sz="1400"/>
            </a:pPr>
            <a:r>
              <a:t>Atlassian Agile (official). https://www.atlassian.com/agile last checked 2026-10.</a:t>
            </a:r>
          </a:p>
          <a:p>
            <a:pPr>
              <a:defRPr sz="1400"/>
            </a:pPr>
            <a:r>
              <a:t>Atlassian Community (community). https://community.atlassian.com/ last checked 2026-10.</a:t>
            </a:r>
          </a:p>
          <a:p>
            <a:pPr>
              <a:defRPr sz="1400"/>
            </a:pPr>
            <a:r>
              <a:t>ISO/IEC/IEEE 29148 (standard). confirm. last checked 2026-10.</a:t>
            </a:r>
          </a:p>
          <a:p>
            <a:pPr>
              <a:defRPr sz="1400"/>
            </a:pPr>
            <a:r>
              <a:t>Software requirements specification (wikipedia). https://en.wikipedia.org/wiki/Software_requirements_specification last checked 2026-10.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