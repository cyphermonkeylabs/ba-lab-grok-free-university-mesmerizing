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SQL, measures, and process mining for business analysts.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measure needs a question, a formula, a source, and an owner. HEART, from the cited Google Research paper, is a set of user-centered categories, not a benchmark. SQL, as the PostgreSQL tutorial introduces it, filters and groups rows. Process mining reconstructs paths from event logs you are allowed to use. Leave unknown numbers blank.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