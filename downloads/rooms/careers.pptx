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Careers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Roles and interviews, with no pay claims.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Show a traced requirement, a confirmed model, and a measure with an owner. Practice STAR with a generic story, never a borrowed biography. Pay is not discussed here. Sponsorship is an employer decision and a legal question. The USCIS H-1B page opened for a high-level description of specialty occupations. It is not advice, and this lab promises no visa.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