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Careers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Roles and interviews, with no pay claims.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Show a traced requirement, a confirmed model, and a measure with an owner. Practice STAR with a generic story, never a borrowed biography. Pay is not discussed here. Sponsorship is an employer decision and a legal question. The USCIS H-1B page opened for a high-level description of specialty occupations. It is not advice, and this lab promises no visa.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USCIS, H-1B specialty occupations (official). https://www.uscis.gov/working-in-the-united-states/h-1b-specialty-occupations last checked 2026-10.</a:t>
            </a:r>
          </a:p>
          <a:p>
            <a:pPr>
              <a:defRPr sz="1400"/>
            </a:pPr>
            <a:r>
              <a:t>PMI-PBA certification page (official). confirm.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Project Management Institute (wikipedia). https://en.wikipedia.org/wiki/Project_Management_Institute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