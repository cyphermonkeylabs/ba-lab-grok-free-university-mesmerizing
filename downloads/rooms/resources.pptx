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yphermonkeylabs.com" TargetMode="External"/><Relationship Id="rId3" Type="http://schemas.openxmlformats.org/officeDocument/2006/relationships/hyperlink" Target="https://github.com/CypherMonkeyLabs" TargetMode="External"/><Relationship Id="rId4" Type="http://schemas.openxmlformats.org/officeDocument/2006/relationships/hyperlink" Target="https://linktr.ee/cypherMonkey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yphermonkeylabs.com" TargetMode="External"/><Relationship Id="rId3" Type="http://schemas.openxmlformats.org/officeDocument/2006/relationships/hyperlink" Target="https://github.com/CypherMonkeyLabs" TargetMode="External"/><Relationship Id="rId4" Type="http://schemas.openxmlformats.org/officeDocument/2006/relationships/hyperlink" Target="https://linktr.ee/cypherMonkey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yphermonkeylabs.com" TargetMode="External"/><Relationship Id="rId3" Type="http://schemas.openxmlformats.org/officeDocument/2006/relationships/hyperlink" Target="https://github.com/CypherMonkeyLabs" TargetMode="External"/><Relationship Id="rId4" Type="http://schemas.openxmlformats.org/officeDocument/2006/relationships/hyperlink" Target="https://linktr.ee/cypherMonkey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Resources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Links that opened in the October 2026 check.</a:t>
            </a:r>
          </a:p>
          <a:p>
            <a:pPr>
              <a:defRPr sz="1800"/>
            </a:pPr>
            <a:r>
              <a:t>Business Analyst Free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2356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CypherMonkey Labs · © 2026 CypherMonkeyLabs</a:t>
            </a:r>
          </a:p>
          <a:p>
            <a:r>
              <a:t>Independent, free, learning-only student project. Respects every company and vendor. Trademarks belong to their owners. Not affiliated or endorsed. Concerns are removed or corrected promptly via the contact form at https</a:t>
            </a:r>
          </a:p>
        </p:txBody>
      </p:sp>
      <p:sp>
        <p:nvSpPr>
          <p:cNvPr id="5" name="TextBox 4">
            <a:hlinkClick r:id="rId2"/>
          </p:cNvPr>
          <p:cNvSpPr txBox="1"/>
          <p:nvPr/>
        </p:nvSpPr>
        <p:spPr>
          <a:xfrm>
            <a:off x="45720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Website</a:t>
            </a:r>
          </a:p>
        </p:txBody>
      </p:sp>
      <p:sp>
        <p:nvSpPr>
          <p:cNvPr id="6" name="TextBox 5">
            <a:hlinkClick r:id="rId3"/>
          </p:cNvPr>
          <p:cNvSpPr txBox="1"/>
          <p:nvPr/>
        </p:nvSpPr>
        <p:spPr>
          <a:xfrm>
            <a:off x="256032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GitHub</a:t>
            </a:r>
          </a:p>
        </p:txBody>
      </p:sp>
      <p:sp>
        <p:nvSpPr>
          <p:cNvPr id="7" name="TextBox 6">
            <a:hlinkClick r:id="rId4"/>
          </p:cNvPr>
          <p:cNvSpPr txBox="1"/>
          <p:nvPr/>
        </p:nvSpPr>
        <p:spPr>
          <a:xfrm>
            <a:off x="466344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Profile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In five minutes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Every link in the table was requested in the October 2026 check. A page that did not open is omitted, and the related note says what is still to be confirmed.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2356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CypherMonkey Labs · © 2026 CypherMonkeyLabs</a:t>
            </a:r>
          </a:p>
          <a:p>
            <a:r>
              <a:t>Independent, free, learning-only student project. Respects every company and vendor. Trademarks belong to their owners. Not affiliated or endorsed. Concerns are removed or corrected promptly via the contact form at https</a:t>
            </a:r>
          </a:p>
        </p:txBody>
      </p:sp>
      <p:sp>
        <p:nvSpPr>
          <p:cNvPr id="5" name="TextBox 4">
            <a:hlinkClick r:id="rId2"/>
          </p:cNvPr>
          <p:cNvSpPr txBox="1"/>
          <p:nvPr/>
        </p:nvSpPr>
        <p:spPr>
          <a:xfrm>
            <a:off x="45720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Website</a:t>
            </a:r>
          </a:p>
        </p:txBody>
      </p:sp>
      <p:sp>
        <p:nvSpPr>
          <p:cNvPr id="6" name="TextBox 5">
            <a:hlinkClick r:id="rId3"/>
          </p:cNvPr>
          <p:cNvSpPr txBox="1"/>
          <p:nvPr/>
        </p:nvSpPr>
        <p:spPr>
          <a:xfrm>
            <a:off x="256032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GitHub</a:t>
            </a:r>
          </a:p>
        </p:txBody>
      </p:sp>
      <p:sp>
        <p:nvSpPr>
          <p:cNvPr id="7" name="TextBox 6">
            <a:hlinkClick r:id="rId4"/>
          </p:cNvPr>
          <p:cNvSpPr txBox="1"/>
          <p:nvPr/>
        </p:nvSpPr>
        <p:spPr>
          <a:xfrm>
            <a:off x="466344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Profile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Export this room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PDF, HTML, DOCX, PPTX, and JSON sit beside this deck.</a:t>
            </a:r>
          </a:p>
          <a:p>
            <a:pPr>
              <a:defRPr sz="1800"/>
            </a:pPr>
            <a:r>
              <a:t>Contact is the form on the lab website.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2356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CypherMonkey Labs · © 2026 CypherMonkeyLabs</a:t>
            </a:r>
          </a:p>
          <a:p>
            <a:r>
              <a:t>Independent, free, learning-only student project. Respects every company and vendor. Trademarks belong to their owners. Not affiliated or endorsed. Concerns are removed or corrected promptly via the contact form at https</a:t>
            </a:r>
          </a:p>
        </p:txBody>
      </p:sp>
      <p:sp>
        <p:nvSpPr>
          <p:cNvPr id="5" name="TextBox 4">
            <a:hlinkClick r:id="rId2"/>
          </p:cNvPr>
          <p:cNvSpPr txBox="1"/>
          <p:nvPr/>
        </p:nvSpPr>
        <p:spPr>
          <a:xfrm>
            <a:off x="45720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Website</a:t>
            </a:r>
          </a:p>
        </p:txBody>
      </p:sp>
      <p:sp>
        <p:nvSpPr>
          <p:cNvPr id="6" name="TextBox 5">
            <a:hlinkClick r:id="rId3"/>
          </p:cNvPr>
          <p:cNvSpPr txBox="1"/>
          <p:nvPr/>
        </p:nvSpPr>
        <p:spPr>
          <a:xfrm>
            <a:off x="256032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GitHub</a:t>
            </a:r>
          </a:p>
        </p:txBody>
      </p:sp>
      <p:sp>
        <p:nvSpPr>
          <p:cNvPr id="7" name="TextBox 6">
            <a:hlinkClick r:id="rId4"/>
          </p:cNvPr>
          <p:cNvSpPr txBox="1"/>
          <p:nvPr/>
        </p:nvSpPr>
        <p:spPr>
          <a:xfrm>
            <a:off x="466344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Profile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