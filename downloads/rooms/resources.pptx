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Links that opened in the October 2026 check.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Every link in the table was requested in the October 2026 check. A page that did not open is omitted, and the related note says what is still to be confirmed.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