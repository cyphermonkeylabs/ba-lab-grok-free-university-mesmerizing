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Short business analysis definitions.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Each term has a short meaning and a source. Filter the list. If a definition disagrees with the standard you are reading, trust the standard and tell us through the contact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