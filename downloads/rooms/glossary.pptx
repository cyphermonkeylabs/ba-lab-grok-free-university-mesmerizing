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Short business analysis definitions.</a:t>
            </a:r>
          </a:p>
          <a:p>
            <a:pPr>
              <a:defRPr sz="1800"/>
            </a:pPr>
            <a:r>
              <a:t>Business Analyst Free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 five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Each term has a short meaning and a source. Filter the list. If a definition disagrees with the standard you are reading, trust the standard and tell us through the contact 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Export this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PDF, HTML, DOCX, PPTX, and JSON sit beside this deck.</a:t>
            </a:r>
          </a:p>
          <a:p>
            <a:pPr>
              <a:defRPr sz="1800"/>
            </a:pPr>
            <a:r>
              <a:t>Contact is the form on the lab website.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