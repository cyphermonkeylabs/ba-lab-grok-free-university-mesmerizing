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Short business analysis definitions.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Each term has a short meaning and a source. Filter the list. If a definition disagrees with the standard you are reading, trust the standard and tell us through the contact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  <a:p>
            <a:pPr>
              <a:defRPr sz="1400"/>
            </a:pPr>
            <a:r>
              <a:t>NN/g, Journey Mapping 101 (official). https://www.nngroup.com/articles/journey-mapping-101/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Connect Customer metric definitions (official). https://docs.aws.amazon.com/connect/latest/adminguide/metrics-definitions.html last checked 2026-10.</a:t>
            </a:r>
          </a:p>
          <a:p>
            <a:pPr>
              <a:defRPr sz="1400"/>
            </a:pPr>
            <a:r>
              <a:t>IBM, What is CSAT and how to calculate it (official). https://www.ibm.com/think/topics/csat-customer-satisfaction-score last checked 2026-10.</a:t>
            </a:r>
          </a:p>
          <a:p>
            <a:pPr>
              <a:defRPr sz="1400"/>
            </a:pPr>
            <a:r>
              <a:t>AWS Prescriptive Guidance, project phases and workstreams (official). https://docs.aws.amazon.com/prescriptive-guidance/latest/strategy-migration-connect/workstreams.html last checked 2026-10.</a:t>
            </a:r>
          </a:p>
          <a:p>
            <a:pPr>
              <a:defRPr sz="1400"/>
            </a:pPr>
            <a:r>
              <a:t>AWS Prescriptive Guidance, operational workstream (official). https://docs.aws.amazon.com/prescriptive-guidance/latest/strategy-migration-connect/operational.html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