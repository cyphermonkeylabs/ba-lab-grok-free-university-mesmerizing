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Certifications</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IIBA, PMI-PBA, and adjacent credentials with cited fees.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In five minutes</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Read the fee cell and the eligibility FAQ before you pay. ECBA, CCBA, CBAP, AAC, and CBDA figures in this lab were copied from IIBA pages on 16 October 2026, including member and non-member lines as printed. PMI-PBA experience paths and the exam shape are cited. The exam fee was not on the page that loaded. Scrum.org and the SAFe POPM course page did not yield a fee. Confirm before you pay. This lab states no salaries.</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Export this room</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