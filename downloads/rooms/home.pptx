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731520"/>
          </a:xfrm>
          <a:prstGeom prst="rect">
            <a:avLst/>
          </a:prstGeom>
          <a:noFill/>
        </p:spPr>
        <p:txBody>
          <a:bodyPr wrap="none">
            <a:spAutoFit/>
          </a:bodyPr>
          <a:lstStyle/>
          <a:p>
            <a:pPr>
              <a:defRPr sz="2800" b="1"/>
            </a:pPr>
            <a:r>
              <a:t>Business Analyst Free University</a:t>
            </a:r>
          </a:p>
        </p:txBody>
      </p:sp>
      <p:sp>
        <p:nvSpPr>
          <p:cNvPr id="3" name="TextBox 2"/>
          <p:cNvSpPr txBox="1"/>
          <p:nvPr/>
        </p:nvSpPr>
        <p:spPr>
          <a:xfrm>
            <a:off x="548640" y="1188720"/>
            <a:ext cx="10972800" cy="4206240"/>
          </a:xfrm>
          <a:prstGeom prst="rect">
            <a:avLst/>
          </a:prstGeom>
          <a:noFill/>
        </p:spPr>
        <p:txBody>
          <a:bodyPr wrap="square">
            <a:spAutoFit/>
          </a:bodyPr>
          <a:lstStyle/>
          <a:p>
            <a:pPr>
              <a:defRPr sz="1800"/>
            </a:pPr>
            <a:r>
              <a:t>A free study lab for business analysis, from foundations through credentials.</a:t>
            </a:r>
          </a:p>
          <a:p>
            <a:pPr>
              <a:defRPr sz="1800"/>
            </a:pPr>
            <a:r>
              <a:t>Business Analyst Free University</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731520"/>
          </a:xfrm>
          <a:prstGeom prst="rect">
            <a:avLst/>
          </a:prstGeom>
          <a:noFill/>
        </p:spPr>
        <p:txBody>
          <a:bodyPr wrap="none">
            <a:spAutoFit/>
          </a:bodyPr>
          <a:lstStyle/>
          <a:p>
            <a:pPr>
              <a:defRPr sz="2800" b="1"/>
            </a:pPr>
            <a:r>
              <a:t>In five minutes</a:t>
            </a:r>
          </a:p>
        </p:txBody>
      </p:sp>
      <p:sp>
        <p:nvSpPr>
          <p:cNvPr id="3" name="TextBox 2"/>
          <p:cNvSpPr txBox="1"/>
          <p:nvPr/>
        </p:nvSpPr>
        <p:spPr>
          <a:xfrm>
            <a:off x="548640" y="1188720"/>
            <a:ext cx="10972800" cy="4206240"/>
          </a:xfrm>
          <a:prstGeom prst="rect">
            <a:avLst/>
          </a:prstGeom>
          <a:noFill/>
        </p:spPr>
        <p:txBody>
          <a:bodyPr wrap="square">
            <a:spAutoFit/>
          </a:bodyPr>
          <a:lstStyle/>
          <a:p>
            <a:pPr>
              <a:defRPr sz="1800"/>
            </a:pPr>
            <a:r>
              <a:t>Start here if you have an hour. The banner is one row. The menu at the top left holds the rooms, text size, theme, text color, and search. Voice stays off until you ask. Fees are dated. Unknowns stay unknown.</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731520"/>
          </a:xfrm>
          <a:prstGeom prst="rect">
            <a:avLst/>
          </a:prstGeom>
          <a:noFill/>
        </p:spPr>
        <p:txBody>
          <a:bodyPr wrap="none">
            <a:spAutoFit/>
          </a:bodyPr>
          <a:lstStyle/>
          <a:p>
            <a:pPr>
              <a:defRPr sz="2800" b="1"/>
            </a:pPr>
            <a:r>
              <a:t>Export this room</a:t>
            </a:r>
          </a:p>
        </p:txBody>
      </p:sp>
      <p:sp>
        <p:nvSpPr>
          <p:cNvPr id="3" name="TextBox 2"/>
          <p:cNvSpPr txBox="1"/>
          <p:nvPr/>
        </p:nvSpPr>
        <p:spPr>
          <a:xfrm>
            <a:off x="548640" y="1188720"/>
            <a:ext cx="10972800" cy="4206240"/>
          </a:xfrm>
          <a:prstGeom prst="rect">
            <a:avLst/>
          </a:prstGeom>
          <a:noFill/>
        </p:spPr>
        <p:txBody>
          <a:bodyPr wrap="square">
            <a:spAutoFit/>
          </a:bodyPr>
          <a:lstStyle/>
          <a:p>
            <a:pPr>
              <a:defRPr sz="1800"/>
            </a:pPr>
            <a:r>
              <a:t>PDF, HTML, DOCX, PPTX, and JSON sit beside this deck.</a:t>
            </a:r>
          </a:p>
          <a:p>
            <a:pPr>
              <a:defRPr sz="1800"/>
            </a:pPr>
            <a:r>
              <a:t>Contact is the form on the lab website.</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