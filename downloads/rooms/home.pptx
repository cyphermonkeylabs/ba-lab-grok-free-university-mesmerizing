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Business Analyst Free University</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A free study lab for business analysis, from foundations through credentials.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In five minutes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Start here if you have an hour. The banner is one row. The menu at the top left holds the rooms, text size, theme, text color, and search. Voice stays off until you ask. Fees are dated. Unknowns stay unknown.</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Export this room</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IIBA KnowledgeHub, including the BABOK Guide contents (standard). https://www.iiba.org/knowledgehub/ last checked 2026-10.</a:t>
            </a:r>
          </a:p>
          <a:p>
            <a:pPr>
              <a:defRPr sz="1400"/>
            </a:pPr>
            <a:r>
              <a:t>BABOK Guide article on the IIBA knowledge hub (standard). confirm. last checked 2026-10.</a:t>
            </a:r>
          </a:p>
          <a:p>
            <a:pPr>
              <a:defRPr sz="1400"/>
            </a:pPr>
            <a:r>
              <a:t>IIBA home (official). https://www.iiba.org/ last checked 2026-10.</a:t>
            </a:r>
          </a:p>
          <a:p>
            <a:pPr>
              <a:defRPr sz="1400"/>
            </a:pPr>
            <a:r>
              <a:t>Manifesto for Agile Software Development (standard). https://agilemanifesto.org/ last checked 2026-10.</a:t>
            </a:r>
          </a:p>
          <a:p>
            <a:pPr>
              <a:defRPr sz="1400"/>
            </a:pPr>
            <a:r>
              <a:t>Principles behind the Agile Manifesto (standard). https://agilemanifesto.org/principles.html last checked 2026-10.</a:t>
            </a:r>
          </a:p>
          <a:p>
            <a:pPr>
              <a:defRPr sz="1400"/>
            </a:pPr>
            <a:r>
              <a:t>OMG, about BPMN 2.0 (standard). https://www.omg.org/spec/BPMN/2.0/About-BPMN last checked 2026-10.</a:t>
            </a:r>
          </a:p>
          <a:p>
            <a:pPr>
              <a:defRPr sz="1400"/>
            </a:pPr>
            <a:r>
              <a:t>BPMN 2.0 specification PDF (standard). https://www.omg.org/spec/BPMN/2.0/PDF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OMG, about BPMN 2.0.2 (standard). https://www.omg.org/spec/BPMN/2.0.2/About-BPMN last checked 2026-10.</a:t>
            </a:r>
          </a:p>
          <a:p>
            <a:pPr>
              <a:defRPr sz="1400"/>
            </a:pPr>
            <a:r>
              <a:t>OMG, about UML 2.5.1 (standard). https://www.omg.org/spec/UML/2.5.1/About-UML last checked 2026-10.</a:t>
            </a:r>
          </a:p>
          <a:p>
            <a:pPr>
              <a:defRPr sz="1400"/>
            </a:pPr>
            <a:r>
              <a:t>UML 2.5.1 specification PDF (standard). https://www.omg.org/spec/UML/2.5.1/PDF last checked 2026-10.</a:t>
            </a:r>
          </a:p>
          <a:p>
            <a:pPr>
              <a:defRPr sz="1400"/>
            </a:pPr>
            <a:r>
              <a:t>IIBA membership (community). https://www.iiba.org/membership/ last checked 2026-10.</a:t>
            </a:r>
          </a:p>
          <a:p>
            <a:pPr>
              <a:defRPr sz="1400"/>
            </a:pPr>
            <a:r>
              <a:t>OMG managed communities (community). https://www.omg.org/communities/ last checked 2026-10.</a:t>
            </a:r>
          </a:p>
          <a:p>
            <a:pPr>
              <a:defRPr sz="1400"/>
            </a:pPr>
            <a:r>
              <a:t>About IIBA (official). https://www.iiba.org/about-iiba/ last checked 2026-10.</a:t>
            </a:r>
          </a:p>
          <a:p>
            <a:pPr>
              <a:defRPr sz="1400"/>
            </a:pPr>
            <a:r>
              <a:t>WCAG 2.2 recommendation (standard). https://www.w3.org/TR/WCAG22/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How to Meet WCAG, quick reference (official). https://www.w3.org/WAI/WCAG22/quickref/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