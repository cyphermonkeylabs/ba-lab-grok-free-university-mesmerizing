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Business Analyst Free University</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A free study lab for business analysis, from foundations through credentials.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Start here if you have an hour. The banner is one row. The menu at the top left holds the rooms, text size, theme, text color, and search. Voice stays off until you ask. Fees are dated. Unknowns stay unknown.</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