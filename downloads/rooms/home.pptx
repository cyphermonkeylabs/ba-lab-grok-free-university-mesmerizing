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Business Analyst Free University</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A free study lab for business analysis, from foundations through credentials.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Start here if you have an hour. The banner is one row. The menu at the top left holds the rooms, text size, theme, text color, and search. Voice stays off until you ask. Fees are dated. Unknowns stay unknown.</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About IIBA (official). https://www.iiba.org/about-iiba/ last checked 2026-10.</a:t>
            </a:r>
          </a:p>
          <a:p>
            <a:pPr>
              <a:defRPr sz="1400"/>
            </a:pPr>
            <a:r>
              <a:t>WCAG 2.2 recommendation (standard). https://www.w3.org/TR/WCAG22/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How to Meet WCAG, quick reference (official). https://www.w3.org/WAI/WCAG22/quickref/ last checked 2026-10.</a:t>
            </a:r>
          </a:p>
          <a:p>
            <a:pPr>
              <a:defRPr sz="1400"/>
            </a:pPr>
            <a:r>
              <a:t>Connect Customer feature overview (official). https://docs.aws.amazon.com/connect/latest/adminguide/connect-feature-overview.html last checked 2026-10.</a:t>
            </a:r>
          </a:p>
          <a:p>
            <a:pPr>
              <a:defRPr sz="1400"/>
            </a:pPr>
            <a:r>
              <a:t>Connect Customer metric definitions (official). https://docs.aws.amazon.com/connect/latest/adminguide/metrics-definitions.html last checked 2026-10.</a:t>
            </a:r>
          </a:p>
          <a:p>
            <a:pPr>
              <a:defRPr sz="1400"/>
            </a:pPr>
            <a:r>
              <a:t>AWS Prescriptive Guidance, project phases and workstreams (official). https://docs.aws.amazon.com/prescriptive-guidance/latest/strategy-migration-connect/workstreams.html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