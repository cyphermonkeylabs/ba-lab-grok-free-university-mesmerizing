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Foundations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What business analysis is and how the roles differ.</a:t>
            </a:r>
          </a:p>
          <a:p>
            <a:pPr>
              <a:defRPr sz="1800"/>
            </a:pPr>
            <a:r>
              <a:t>Business Analyst Free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Names in the contact-center rooms are citations of pages opened in Octob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In five minutes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Business analysis names a need and a change that has value for a named stakeholder. The public BABOK hub describes a core concept model: change, need, solution, stakeholder, value, and context. A tool name is a solution hypothesis. Write the need in a sentence that still makes sense if the tool changes. Say who decides.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Names in the contact-center rooms are citations of pages opened in Octob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Export this room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PDF, HTML, DOCX, PPTX, and JSON sit beside this deck.</a:t>
            </a:r>
          </a:p>
          <a:p>
            <a:pPr>
              <a:defRPr sz="1800"/>
            </a:pPr>
            <a:r>
              <a:t>Contact is the form on the lab website.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Names in the contact-center rooms are citations of pages opened in Octob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Sources and go deeper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IIBA KnowledgeHub, including the BABOK Guide contents (standard). https://www.iiba.org/knowledgehub/ last checked 2026-10.</a:t>
            </a:r>
          </a:p>
          <a:p>
            <a:pPr>
              <a:defRPr sz="1400"/>
            </a:pPr>
            <a:r>
              <a:t>BABOK Guide article on the IIBA knowledge hub (standard). confirm. last checked 2026-10.</a:t>
            </a:r>
          </a:p>
          <a:p>
            <a:pPr>
              <a:defRPr sz="1400"/>
            </a:pPr>
            <a:r>
              <a:t>IIBA home (official). https://www.iiba.org/ last checked 2026-10.</a:t>
            </a:r>
          </a:p>
          <a:p>
            <a:pPr>
              <a:defRPr sz="1400"/>
            </a:pPr>
            <a:r>
              <a:t>Manifesto for Agile Software Development (standard). https://agilemanifesto.org/ last checked 2026-10.</a:t>
            </a:r>
          </a:p>
          <a:p>
            <a:pPr>
              <a:defRPr sz="1400"/>
            </a:pPr>
            <a:r>
              <a:t>Principles behind the Agile Manifesto (standard). https://agilemanifesto.org/principles.html last checked 2026-10.</a:t>
            </a:r>
          </a:p>
          <a:p>
            <a:pPr>
              <a:defRPr sz="1400"/>
            </a:pPr>
            <a:r>
              <a:t>OMG, about BPMN 2.0 (standard). https://www.omg.org/spec/BPMN/2.0/About-BPMN last checked 2026-10.</a:t>
            </a:r>
          </a:p>
          <a:p>
            <a:pPr>
              <a:defRPr sz="1400"/>
            </a:pPr>
            <a:r>
              <a:t>BPMN 2.0 specification PDF (standard). https://www.omg.org/spec/BPMN/2.0/PDF last checked 2026-10.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Names in the contact-center rooms are citations of pages opened in Octob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Sources and go deeper, continued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OMG, about BPMN 2.0.2 (standard). https://www.omg.org/spec/BPMN/2.0.2/About-BPMN last checked 2026-10.</a:t>
            </a:r>
          </a:p>
          <a:p>
            <a:pPr>
              <a:defRPr sz="1400"/>
            </a:pPr>
            <a:r>
              <a:t>OMG, about UML 2.5.1 (standard). https://www.omg.org/spec/UML/2.5.1/About-UML last checked 2026-10.</a:t>
            </a:r>
          </a:p>
          <a:p>
            <a:pPr>
              <a:defRPr sz="1400"/>
            </a:pPr>
            <a:r>
              <a:t>UML 2.5.1 specification PDF (standard). https://www.omg.org/spec/UML/2.5.1/PDF last checked 2026-10.</a:t>
            </a:r>
          </a:p>
          <a:p>
            <a:pPr>
              <a:defRPr sz="1400"/>
            </a:pPr>
            <a:r>
              <a:t>IIBA membership (community). https://www.iiba.org/membership/ last checked 2026-10.</a:t>
            </a:r>
          </a:p>
          <a:p>
            <a:pPr>
              <a:defRPr sz="1400"/>
            </a:pPr>
            <a:r>
              <a:t>OMG managed communities (community). https://www.omg.org/communities/ last checked 2026-10.</a:t>
            </a:r>
          </a:p>
          <a:p>
            <a:pPr>
              <a:defRPr sz="1400"/>
            </a:pPr>
            <a:r>
              <a:t>About IIBA (official). https://www.iiba.org/about-iiba/ last checked 2026-10.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Names in the contact-center rooms are citations of pages opened in Octob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