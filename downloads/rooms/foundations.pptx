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business analysis is and how the roles differ.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Business analysis names a need and a change that has value for a named stakeholder. The public BABOK hub describes a core concept model: change, need, solution, stakeholder, value, and context. A tool name is a solution hypothesis. Write the need in a sentence that still makes sense if the tool changes. Say who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