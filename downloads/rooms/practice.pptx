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Flashcards, a quiz, and a sort game.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Cards, a quiz, a sort, a match, a stakeholder interview, a triage, and a BPMN order game. Scores stay in this browser. Questions were written for this lab. They are not retired exam items.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