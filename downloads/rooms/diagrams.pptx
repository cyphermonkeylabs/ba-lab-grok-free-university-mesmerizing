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Diagrams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Study drawings for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Each drawing answers one question. Read the caption and the source. Download the SVG, the PNG, or a standalone HTML page that keeps the color and the disclaimer.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