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Study drawings for the business analysis lab.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Each drawing answers one question. Read the caption and the source. Download the SVG, the PNG, or a standalone HTML page that keeps the color and the disclaimer.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C4 model (official). https://c4model.com/ last checked 2026-10.</a:t>
            </a:r>
          </a:p>
          <a:p>
            <a:pPr>
              <a:defRPr sz="1400"/>
            </a:pPr>
            <a:r>
              <a:t>Lucid BPMN tutorial (community). https://lucid.co/diagram/bpmn/tutorial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