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Exam blueprints and counts from this repository.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Bars are blueprint percentages from pages that opened, or counts of files in this lab. They are not market statistics and not salaries.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