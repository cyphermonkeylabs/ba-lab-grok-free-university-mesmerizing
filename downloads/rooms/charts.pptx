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Exam blueprints and counts from this repository.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Bars are blueprint percentages from pages that opened, or counts of files in this lab. They are not market statistics and not salaries.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IIBA certification fees (official). https://www.iiba.org/business-analysis-certifications/certification-fees/ last checked 2026-10.</a:t>
            </a:r>
          </a:p>
          <a:p>
            <a:pPr>
              <a:defRPr sz="1400"/>
            </a:pPr>
            <a:r>
              <a:t>IIBA certification FAQ (official). https://www.iiba.org/business-analysis-certifications/certification-faq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ECBA (official). https://www.iiba.org/business-analysis-certifications/ecba/ last checked 2026-10.</a:t>
            </a:r>
          </a:p>
          <a:p>
            <a:pPr>
              <a:defRPr sz="1400"/>
            </a:pPr>
            <a:r>
              <a:t>CCBA (official). https://www.iiba.org/business-analysis-certifications/ccba/ last checked 2026-10.</a:t>
            </a:r>
          </a:p>
          <a:p>
            <a:pPr>
              <a:defRPr sz="1400"/>
            </a:pPr>
            <a:r>
              <a:t>CBAP (official). https://www.iiba.org/business-analysis-certifications/cbap/ last checked 2026-10.</a:t>
            </a:r>
          </a:p>
          <a:p>
            <a:pPr>
              <a:defRPr sz="1400"/>
            </a:pPr>
            <a:r>
              <a:t>IIBA Agile Analysis Certification (official). https://www.iiba.org/business-analysis-certifications/agile-analysis/ last checked 2026-10.</a:t>
            </a:r>
          </a:p>
          <a:p>
            <a:pPr>
              <a:defRPr sz="1400"/>
            </a:pPr>
            <a:r>
              <a:t>CBDA (official). https://www.iiba.org/business-analysis-certifications/business-data-analytics-certification/ last checked 2026-10.</a:t>
            </a:r>
          </a:p>
          <a:p>
            <a:pPr>
              <a:defRPr sz="1400"/>
            </a:pPr>
            <a:r>
              <a:t>PMI-PBA certification page (official). confirm. last checked 2026-10.</a:t>
            </a:r>
          </a:p>
          <a:p>
            <a:pPr>
              <a:defRPr sz="1400"/>
            </a:pPr>
            <a:r>
              <a:t>Project Management Institute (wikipedia). https://en.wikipedia.org/wiki/Project_Management_Institute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