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Search the business analysis lab.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Search looks through notes and glossary meanings in this browser. It does not call a server.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