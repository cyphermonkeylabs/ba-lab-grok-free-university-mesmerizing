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Elicitation, stories, acceptance criteria, and traceability.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requirement is a usable representation of a need. Give it an identifier, a source, an owner, and a test. A user story names a role, a capability, and an outcome. Given, When, and Then, from the Gherkin reference, turn the outcome into a scenario. Trace the scenario to a test. Untraced text is a rumor.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