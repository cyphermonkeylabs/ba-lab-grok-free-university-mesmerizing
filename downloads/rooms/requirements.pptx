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Elicitation, stories, acceptance criteria, and traceability.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requirement is a usable representation of a need. Give it an identifier, a source, an owner, and a test. A user story names a role, a capability, and an outcome. Given, When, and Then, from the Gherkin reference, turn the outcome into a scenario. Trace the scenario to a test. Untraced text is a rumor.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Atlassian, user stories (official). https://www.atlassian.com/agile/project-management/user-stories last checked 2026-10.</a:t>
            </a:r>
          </a:p>
          <a:p>
            <a:pPr>
              <a:defRPr sz="1400"/>
            </a:pPr>
            <a:r>
              <a:t>Gherkin reference (official). https://cucumber.io/docs/gherkin/reference/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Gherkin (official). https://cucumber.io/docs/gherkin/ last checked 2026-10.</a:t>
            </a:r>
          </a:p>
          <a:p>
            <a:pPr>
              <a:defRPr sz="1400"/>
            </a:pPr>
            <a:r>
              <a:t>Atlassian Agile (official). https://www.atlassian.com/agile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ISO/IEC/IEEE 29148 (standard). confirm. last checked 2026-10.</a:t>
            </a:r>
          </a:p>
          <a:p>
            <a:pPr>
              <a:defRPr sz="1400"/>
            </a:pPr>
            <a:r>
              <a:t>Software requirements specification (wikipedia). https://en.wikipedia.org/wiki/Software_requirements_specification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