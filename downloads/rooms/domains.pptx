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Healthcare, banking, insurance, retail, telecom, and contact centers.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moves stay the same: need, stakeholder, rule, test. The constraints change. Healthcare interoperability has a public overview in HL7 FHIR. Banking, insurance, retail, telecom, and contact centers add their own rules. If a rule was not on a page this lab opened, it is not stated as 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