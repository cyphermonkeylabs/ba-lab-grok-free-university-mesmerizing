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Domains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Healthcare, banking, insurance, retail, telecom, and contact centers.</a:t>
            </a:r>
          </a:p>
          <a:p>
            <a:pPr>
              <a:defRPr sz="1800"/>
            </a:pPr>
            <a:r>
              <a:t>Business Analyst Free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 five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The moves stay the same: need, stakeholder, rule, test. The constraints change. Healthcare interoperability has a public overview in HL7 FHIR. Banking, insurance, retail, telecom, and contact centers add their own rules. If a rule was not on a page this lab opened, it is not stated as fact.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Export this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PDF, HTML, DOCX, PPTX, and JSON sit beside this deck.</a:t>
            </a:r>
          </a:p>
          <a:p>
            <a:pPr>
              <a:defRPr sz="1800"/>
            </a:pPr>
            <a:r>
              <a:t>Contact is the form on the lab website.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