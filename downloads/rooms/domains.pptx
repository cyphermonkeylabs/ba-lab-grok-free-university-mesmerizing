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Domains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Healthcare, banking, insurance, retail, telecom, and contact centers.</a:t>
            </a:r>
          </a:p>
          <a:p>
            <a:pPr>
              <a:defRPr sz="1800"/>
            </a:pPr>
            <a:r>
              <a:t>Business Analyst Free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Concerns are removed or corrected promptly via the contact form at https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In five minutes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The moves stay the same: need, stakeholder, rule, test. The constraints change. Healthcare interoperability has a public overview in HL7 FHIR. Banking, insurance, retail, telecom, and contact centers add their own rules. If a rule was not on a page this lab opened, it is not stated as fact.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Concerns are removed or corrected promptly via the contact form at https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Export this room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PDF, HTML, DOCX, PPTX, and JSON sit beside this deck.</a:t>
            </a:r>
          </a:p>
          <a:p>
            <a:pPr>
              <a:defRPr sz="1800"/>
            </a:pPr>
            <a:r>
              <a:t>Contact is the form on the lab website.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Concerns are removed or corrected promptly via the contact form at https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Sources and go deeper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IIBA KnowledgeHub, including the BABOK Guide contents (standard). https://www.iiba.org/knowledgehub/ last checked 2026-10.</a:t>
            </a:r>
          </a:p>
          <a:p>
            <a:pPr>
              <a:defRPr sz="1400"/>
            </a:pPr>
            <a:r>
              <a:t>BABOK Guide article on the IIBA knowledge hub (standard). confirm. last checked 2026-10.</a:t>
            </a:r>
          </a:p>
          <a:p>
            <a:pPr>
              <a:defRPr sz="1400"/>
            </a:pPr>
            <a:r>
              <a:t>IIBA home (official). https://www.iiba.org/ last checked 2026-10.</a:t>
            </a:r>
          </a:p>
          <a:p>
            <a:pPr>
              <a:defRPr sz="1400"/>
            </a:pPr>
            <a:r>
              <a:t>Manifesto for Agile Software Development (standard). https://agilemanifesto.org/ last checked 2026-10.</a:t>
            </a:r>
          </a:p>
          <a:p>
            <a:pPr>
              <a:defRPr sz="1400"/>
            </a:pPr>
            <a:r>
              <a:t>Principles behind the Agile Manifesto (standard). https://agilemanifesto.org/principles.html last checked 2026-10.</a:t>
            </a:r>
          </a:p>
          <a:p>
            <a:pPr>
              <a:defRPr sz="1400"/>
            </a:pPr>
            <a:r>
              <a:t>OMG, about BPMN 2.0 (standard). https://www.omg.org/spec/BPMN/2.0/About-BPMN last checked 2026-10.</a:t>
            </a:r>
          </a:p>
          <a:p>
            <a:pPr>
              <a:defRPr sz="1400"/>
            </a:pPr>
            <a:r>
              <a:t>BPMN 2.0 specification PDF (standard). https://www.omg.org/spec/BPMN/2.0/PDF last checked 2026-10.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Concerns are removed or corrected promptly via the contact form at https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Sources and go deeper, continued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OMG, about BPMN 2.0.2 (standard). https://www.omg.org/spec/BPMN/2.0.2/About-BPMN last checked 2026-10.</a:t>
            </a:r>
          </a:p>
          <a:p>
            <a:pPr>
              <a:defRPr sz="1400"/>
            </a:pPr>
            <a:r>
              <a:t>OMG, about UML 2.5.1 (standard). https://www.omg.org/spec/UML/2.5.1/About-UML last checked 2026-10.</a:t>
            </a:r>
          </a:p>
          <a:p>
            <a:pPr>
              <a:defRPr sz="1400"/>
            </a:pPr>
            <a:r>
              <a:t>UML 2.5.1 specification PDF (standard). https://www.omg.org/spec/UML/2.5.1/PDF last checked 2026-10.</a:t>
            </a:r>
          </a:p>
          <a:p>
            <a:pPr>
              <a:defRPr sz="1400"/>
            </a:pPr>
            <a:r>
              <a:t>IIBA membership (community). https://www.iiba.org/membership/ last checked 2026-10.</a:t>
            </a:r>
          </a:p>
          <a:p>
            <a:pPr>
              <a:defRPr sz="1400"/>
            </a:pPr>
            <a:r>
              <a:t>OMG managed communities (community). https://www.omg.org/communities/ last checked 2026-10.</a:t>
            </a:r>
          </a:p>
          <a:p>
            <a:pPr>
              <a:defRPr sz="1400"/>
            </a:pPr>
            <a:r>
              <a:t>HL7 FHIR overview (standard). https://www.hl7.org/fhir/overview.html last checked 2026-10.</a:t>
            </a:r>
          </a:p>
          <a:p>
            <a:pPr>
              <a:defRPr sz="1400"/>
            </a:pPr>
            <a:r>
              <a:t>HL7 FHIR index (official). https://www.hl7.org/fhir/ last checked 2026-10.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Concerns are removed or corrected promptly via the contact form at https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Sources and go deeper, continued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Salesforce CRM (official). https://www.salesforce.com/crm/ last checked 2026-10.</a:t>
            </a:r>
          </a:p>
          <a:p>
            <a:pPr>
              <a:defRPr sz="1400"/>
            </a:pPr>
            <a:r>
              <a:t>IRS, independent contractor defined (official). https://www.irs.gov/businesses/small-businesses-self-employed/independent-contractor-defined last checked 2026-10.</a:t>
            </a:r>
          </a:p>
          <a:p>
            <a:pPr>
              <a:defRPr sz="1400"/>
            </a:pPr>
            <a:r>
              <a:t>WCAG 2.2 recommendation (standard). https://www.w3.org/TR/WCAG22/ last checked 2026-10.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Concerns are removed or corrected promptly via the contact form at https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