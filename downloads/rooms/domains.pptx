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Domains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Healthcare, banking, insurance, retail, telecom, and contact centers.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moves stay the same: need, stakeholder, rule, test. The constraints change. Healthcare interoperability has a public overview in HL7 FHIR. Banking, insurance, retail, telecom, and contact centers add their own rules. If a rule was not on a page this lab opened, it is not stated as 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HL7 FHIR overview (standard). https://www.hl7.org/fhir/overview.html last checked 2026-10.</a:t>
            </a:r>
          </a:p>
          <a:p>
            <a:pPr>
              <a:defRPr sz="1400"/>
            </a:pPr>
            <a:r>
              <a:t>HL7 FHIR index (official). https://www.hl7.org/fhir/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Salesforce CRM (official). https://www.salesforce.com/crm/ last checked 2026-10.</a:t>
            </a:r>
          </a:p>
          <a:p>
            <a:pPr>
              <a:defRPr sz="1400"/>
            </a:pPr>
            <a:r>
              <a:t>IRS, independent contractor defined (official). https://www.irs.gov/businesses/small-businesses-self-employed/independent-contractor-defined last checked 2026-10.</a:t>
            </a:r>
          </a:p>
          <a:p>
            <a:pPr>
              <a:defRPr sz="1400"/>
            </a:pPr>
            <a:r>
              <a:t>WCAG 2.2 recommendation (standard). https://www.w3.org/TR/WCAG22/ last checked 2026-10.</a:t>
            </a:r>
          </a:p>
          <a:p>
            <a:pPr>
              <a:defRPr sz="1400"/>
            </a:pPr>
            <a:r>
              <a:t>Connect Customer feature overview (official). https://docs.aws.amazon.com/connect/latest/adminguide/connect-feature-overview.html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