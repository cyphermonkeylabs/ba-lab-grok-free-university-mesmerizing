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Jira, Confluence, Visio, Miro, Lucid, and Figma.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Jira, Confluence, Visio, Miro, Lucid, and Figma are places teams keep work. The decision still lives in a sentence a person can accept. Put the outcome and the test on the ticket. Put the decision, the date, and the owner on the page. A polished board with no limit is still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Jira getting started (official). https://www.atlassian.com/software/jira/guides/getting-started/introduction last checked 2026-10.</a:t>
            </a:r>
          </a:p>
          <a:p>
            <a:pPr>
              <a:defRPr sz="1400"/>
            </a:pPr>
            <a:r>
              <a:t>Atlassian, user stories (official). https://www.atlassian.com/agile/project-management/user-stories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Confluence (official). https://www.atlassian.com/software/confluence last checked 2026-10.</a:t>
            </a:r>
          </a:p>
          <a:p>
            <a:pPr>
              <a:defRPr sz="1400"/>
            </a:pPr>
            <a:r>
              <a:t>Azure DevOps backlogs (official). https://learn.microsoft.com/en-us/azure/devops/boards/backlogs/backlogs-overview?view=azure-devops last checked 2026-10.</a:t>
            </a:r>
          </a:p>
          <a:p>
            <a:pPr>
              <a:defRPr sz="1400"/>
            </a:pPr>
            <a:r>
              <a:t>Power Platform ALM (official). https://learn.microsoft.com/en-us/power-platform/alm/overview-alm last checked 2026-10.</a:t>
            </a:r>
          </a:p>
          <a:p>
            <a:pPr>
              <a:defRPr sz="1400"/>
            </a:pPr>
            <a:r>
              <a:t>Dynamics 365 implementation guide (official). https://learn.microsoft.com/en-us/dynamics365/guidance/implementation-guide/overview last checked 2026-10.</a:t>
            </a:r>
          </a:p>
          <a:p>
            <a:pPr>
              <a:defRPr sz="1400"/>
            </a:pPr>
            <a:r>
              <a:t>Microsoft Visio support (official). https://support.microsoft.com/en-us/visio last checked 2026-10.</a:t>
            </a:r>
          </a:p>
          <a:p>
            <a:pPr>
              <a:defRPr sz="1400"/>
            </a:pPr>
            <a:r>
              <a:t>Miro Kanban (community). https://miro.com/kanban/ last checked 2026-10.</a:t>
            </a:r>
          </a:p>
          <a:p>
            <a:pPr>
              <a:defRPr sz="1400"/>
            </a:pPr>
            <a:r>
              <a:t>Figma (official). https://www.figma.com/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Lucid BPMN tutorial (community). https://lucid.co/diagram/bpmn/tutorial last checked 2026-10.</a:t>
            </a:r>
          </a:p>
          <a:p>
            <a:pPr>
              <a:defRPr sz="1400"/>
            </a:pPr>
            <a:r>
              <a:t>Atlassian Community (community). https://community.atlassian.com/ last checked 2026-10.</a:t>
            </a:r>
          </a:p>
          <a:p>
            <a:pPr>
              <a:defRPr sz="1400"/>
            </a:pPr>
            <a:r>
              <a:t>Microsoft Learn, What is Power BI? (official). confirm. last checked 2026-10.</a:t>
            </a:r>
          </a:p>
          <a:p>
            <a:pPr>
              <a:defRPr sz="1400"/>
            </a:pPr>
            <a:r>
              <a:t>Microsoft Power BI (wikipedia). https://en.wikipedia.org/wiki/Microsoft_Power_BI last checked 2026-10.</a:t>
            </a:r>
          </a:p>
          <a:p>
            <a:pPr>
              <a:defRPr sz="1400"/>
            </a:pPr>
            <a:r>
              <a:t>Tableau, Get Started (official). https://help.tableau.com/current/pro/desktop/en-us/gettingstarted_overview.htm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