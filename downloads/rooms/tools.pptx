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Jira, Confluence, Visio, Miro, Lucid, and Figma.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Jira, Confluence, Visio, Miro, Lucid, and Figma are places teams keep work. The decision still lives in a sentence a person can accept. Put the outcome and the test on the ticket. Put the decision, the date, and the owner on the page. A polished board with no limit is still a list.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