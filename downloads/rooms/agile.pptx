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Scrum, Kanban, design thinking, and jobs to be done.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2020 Scrum Guide names three accountabilities and five events, plus the product backlog, sprint backlog, and increment. A kanban board shows flow and limits work in progress. A design sprint is a different sequence: understand, sketch, decide, prototype, test. Do not mix those calendars. Course prices that did not render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The 2020 Scrum Guide (standard). https://scrumguides.org/scrum-guide.html last checked 2026-10.</a:t>
            </a:r>
          </a:p>
          <a:p>
            <a:pPr>
              <a:defRPr sz="1400"/>
            </a:pPr>
            <a:r>
              <a:t>Scrum Guides home (official). https://scrumguides.org/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Scrum.org copy of the Scrum Guide (official). confirm. last checked 2026-10.</a:t>
            </a:r>
          </a:p>
          <a:p>
            <a:pPr>
              <a:defRPr sz="1400"/>
            </a:pPr>
            <a:r>
              <a:t>Certified Scrum Product Owner (official). https://www.scrumalliance.org/get-certified/product-owner-track/certified-scrum-product-owner last checked 2026-10.</a:t>
            </a:r>
          </a:p>
          <a:p>
            <a:pPr>
              <a:defRPr sz="1400"/>
            </a:pPr>
            <a:r>
              <a:t>Scaled Agile (official). https://scaledagile.com/ last checked 2026-10.</a:t>
            </a:r>
          </a:p>
          <a:p>
            <a:pPr>
              <a:defRPr sz="1400"/>
            </a:pPr>
            <a:r>
              <a:t>Kanban University (community). https://kanban.university/ last checked 2026-10.</a:t>
            </a:r>
          </a:p>
          <a:p>
            <a:pPr>
              <a:defRPr sz="1400"/>
            </a:pPr>
            <a:r>
              <a:t>Atlassian Agile (official). https://www.atlassian.com/agile last checked 2026-10.</a:t>
            </a:r>
          </a:p>
          <a:p>
            <a:pPr>
              <a:defRPr sz="1400"/>
            </a:pPr>
            <a:r>
              <a:t>Atlassian Community (community). https://community.atlassian.com/ last checked 2026-10.</a:t>
            </a:r>
          </a:p>
          <a:p>
            <a:pPr>
              <a:defRPr sz="1400"/>
            </a:pPr>
            <a:r>
              <a:t>Google Design Sprint community (community). https://designsprintkit.withgoogle.com/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IDEO Design Thinking (official). https://designthinking.ideo.com/ last checked 2026-10.</a:t>
            </a:r>
          </a:p>
          <a:p>
            <a:pPr>
              <a:defRPr sz="1400"/>
            </a:pPr>
            <a:r>
              <a:t>Jobs to Be Done (official). https://www.christenseninstitute.org/theory/jobs-to-be-done/ last checked 2026-10.</a:t>
            </a:r>
          </a:p>
          <a:p>
            <a:pPr>
              <a:defRPr sz="1400"/>
            </a:pPr>
            <a:r>
              <a:t>Prosci ADKAR (official). https://www.prosci.com/methodology/adkar last checked 2026-10.</a:t>
            </a:r>
          </a:p>
          <a:p>
            <a:pPr>
              <a:defRPr sz="1400"/>
            </a:pPr>
            <a:r>
              <a:t>re:Work OKRs guide (official). confirm. last checked 2026-10.</a:t>
            </a:r>
          </a:p>
          <a:p>
            <a:pPr>
              <a:defRPr sz="1400"/>
            </a:pPr>
            <a:r>
              <a:t>Objectives and key results (wikipedia). https://en.wikipedia.org/wiki/OKR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