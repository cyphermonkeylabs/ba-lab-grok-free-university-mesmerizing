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Scrum, Kanban, design thinking, and jobs to be done.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2020 Scrum Guide names three accountabilities and five events, plus the product backlog, sprint backlog, and increment. A kanban board shows flow and limits work in progress. A design sprint is a different sequence: understand, sketch, decide, prototype, test. Do not mix those calendars. Course prices that did not render stay unknown.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