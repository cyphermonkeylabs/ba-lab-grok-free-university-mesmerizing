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Downloads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PPTX, DOCX, and HTML cheat sheets with sizes.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In five minutes</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Take an SVG, a PNG, or a standalone HTML diagram. Take cheat sheets as PDF, HTML, and PNG. Take flashcards as PDF, JSON, and HTML. Templates come as DOCX, PDF, and HTML. The deck is PPTX. One zip gathers the files after the images are rendered.</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731520"/>
          </a:xfrm>
          <a:prstGeom prst="rect">
            <a:avLst/>
          </a:prstGeom>
          <a:noFill/>
        </p:spPr>
        <p:txBody>
          <a:bodyPr wrap="none">
            <a:spAutoFit/>
          </a:bodyPr>
          <a:lstStyle/>
          <a:p>
            <a:pPr>
              <a:defRPr sz="2800" b="1"/>
            </a:pPr>
            <a:r>
              <a:t>Export this room</a:t>
            </a:r>
          </a:p>
        </p:txBody>
      </p:sp>
      <p:sp>
        <p:nvSpPr>
          <p:cNvPr id="3" name="TextBox 2"/>
          <p:cNvSpPr txBox="1"/>
          <p:nvPr/>
        </p:nvSpPr>
        <p:spPr>
          <a:xfrm>
            <a:off x="548640" y="1188720"/>
            <a:ext cx="10972800" cy="420624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