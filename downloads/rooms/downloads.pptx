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Downloads</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PDF, PPTX, DOCX, and HTML cheat sheets with sizes.</a:t>
            </a:r>
          </a:p>
          <a:p>
            <a:pPr>
              <a:defRPr sz="1800"/>
            </a:pPr>
            <a:r>
              <a:t>Business Analyst Free University</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In five minutes</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Take an SVG, a PNG, or a standalone HTML diagram. Take cheat sheets as PDF, HTML, and PNG. Take flashcards as PDF, JSON, and HTML. Templates come as DOCX, PDF, and HTML. The deck is PPTX. One zip gathers the files after the images are rendered.</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Export this room</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PDF, HTML, DOCX, PPTX, and JSON sit beside this deck.</a:t>
            </a:r>
          </a:p>
          <a:p>
            <a:pPr>
              <a:defRPr sz="1800"/>
            </a:pPr>
            <a:r>
              <a:t>Contact is the form on the lab website.</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IIBA KnowledgeHub, including the BABOK Guide contents (standard). https://www.iiba.org/knowledgehub/ last checked 2026-10.</a:t>
            </a:r>
          </a:p>
          <a:p>
            <a:pPr>
              <a:defRPr sz="1400"/>
            </a:pPr>
            <a:r>
              <a:t>BABOK Guide article on the IIBA knowledge hub (standard). confirm. last checked 2026-10.</a:t>
            </a:r>
          </a:p>
          <a:p>
            <a:pPr>
              <a:defRPr sz="1400"/>
            </a:pPr>
            <a:r>
              <a:t>IIBA home (official). https://www.iiba.org/ last checked 2026-10.</a:t>
            </a:r>
          </a:p>
          <a:p>
            <a:pPr>
              <a:defRPr sz="1400"/>
            </a:pPr>
            <a:r>
              <a:t>Manifesto for Agile Software Development (standard). https://agilemanifesto.org/ last checked 2026-10.</a:t>
            </a:r>
          </a:p>
          <a:p>
            <a:pPr>
              <a:defRPr sz="1400"/>
            </a:pPr>
            <a:r>
              <a:t>Principles behind the Agile Manifesto (standard). https://agilemanifesto.org/principles.html last checked 2026-10.</a:t>
            </a:r>
          </a:p>
          <a:p>
            <a:pPr>
              <a:defRPr sz="1400"/>
            </a:pPr>
            <a:r>
              <a:t>OMG, about BPMN 2.0 (standard). https://www.omg.org/spec/BPMN/2.0/About-BPMN last checked 2026-10.</a:t>
            </a:r>
          </a:p>
          <a:p>
            <a:pPr>
              <a:defRPr sz="1400"/>
            </a:pPr>
            <a:r>
              <a:t>BPMN 2.0 specification PDF (standard). https://www.omg.org/spec/BPMN/2.0/PDF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 continued</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OMG, about BPMN 2.0.2 (standard). https://www.omg.org/spec/BPMN/2.0.2/About-BPMN last checked 2026-10.</a:t>
            </a:r>
          </a:p>
          <a:p>
            <a:pPr>
              <a:defRPr sz="1400"/>
            </a:pPr>
            <a:r>
              <a:t>OMG, about UML 2.5.1 (standard). https://www.omg.org/spec/UML/2.5.1/About-UML last checked 2026-10.</a:t>
            </a:r>
          </a:p>
          <a:p>
            <a:pPr>
              <a:defRPr sz="1400"/>
            </a:pPr>
            <a:r>
              <a:t>UML 2.5.1 specification PDF (standard). https://www.omg.org/spec/UML/2.5.1/PDF last checked 2026-10.</a:t>
            </a:r>
          </a:p>
          <a:p>
            <a:pPr>
              <a:defRPr sz="1400"/>
            </a:pPr>
            <a:r>
              <a:t>IIBA membership (community). https://www.iiba.org/membership/ last checked 2026-10.</a:t>
            </a:r>
          </a:p>
          <a:p>
            <a:pPr>
              <a:defRPr sz="1400"/>
            </a:pPr>
            <a:r>
              <a:t>OMG managed communities (community). https://www.omg.org/communities/ last checked 2026-10.</a:t>
            </a:r>
          </a:p>
          <a:p>
            <a:pPr>
              <a:defRPr sz="1400"/>
            </a:pPr>
            <a:r>
              <a:t>WCAG 2.2 recommendation (standard). https://www.w3.org/TR/WCAG22/ last checked 2026-10.</a:t>
            </a:r>
          </a:p>
          <a:p>
            <a:pPr>
              <a:defRPr sz="1400"/>
            </a:pPr>
            <a:r>
              <a:t>How to Meet WCAG, quick reference (official). https://www.w3.org/WAI/WCAG22/quickref/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