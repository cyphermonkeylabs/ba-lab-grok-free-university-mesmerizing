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How the menu, the course, the guide, and the downloads work.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top-left button slides the menu in. Start here is the short path. The monkey docks on the right edge, can read a section aloud, and can point at an export. The Downloads page lists every standalone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