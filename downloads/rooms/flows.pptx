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Animated sequences from need to accepted change.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flow is an ordered sequence, not a project plan. The dot moves when motion is allowed. On a phone, or with reduced motion, it stays still. The order of the steps is the lesson.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The 2020 Scrum Guide (standard). https://scrumguides.org/scrum-guide.html last checked 2026-10.</a:t>
            </a:r>
          </a:p>
          <a:p>
            <a:pPr>
              <a:defRPr sz="1400"/>
            </a:pPr>
            <a:r>
              <a:t>Scrum Guides home (official). https://scrumguides.org/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Scrum.org copy of the Scrum Guide (official). confirm. last checked 2026-10.</a:t>
            </a:r>
          </a:p>
          <a:p>
            <a:pPr>
              <a:defRPr sz="1400"/>
            </a:pPr>
            <a:r>
              <a:t>Certified Scrum Product Owner (official). https://www.scrumalliance.org/get-certified/product-owner-track/certified-scrum-product-owner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