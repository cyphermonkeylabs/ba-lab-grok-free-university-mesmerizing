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Animated sequences from need to accepted change.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 flow is an ordered sequence, not a project plan. The dot moves when motion is allowed. On a phone, or with reduced motion, it stays still. The order of the steps is the lesson.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